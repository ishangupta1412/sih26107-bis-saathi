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Gupta" userId="2b6500134366f18a" providerId="LiveId" clId="{5CAD48D3-0348-484D-9F16-180A38F33D97}"/>
    <pc:docChg chg="undo custSel addSld delSld modSld modShowInfo">
      <pc:chgData name="Ishan Gupta" userId="2b6500134366f18a" providerId="LiveId" clId="{5CAD48D3-0348-484D-9F16-180A38F33D97}" dt="2026-09-13T09:32:43.021" v="178" actId="2696"/>
      <pc:docMkLst>
        <pc:docMk/>
      </pc:docMkLst>
      <pc:sldChg chg="addSp delSp modSp mod">
        <pc:chgData name="Ishan Gupta" userId="2b6500134366f18a" providerId="LiveId" clId="{5CAD48D3-0348-484D-9F16-180A38F33D97}" dt="2026-09-11T14:21:15.931" v="13" actId="478"/>
        <pc:sldMkLst>
          <pc:docMk/>
          <pc:sldMk cId="0" sldId="281"/>
        </pc:sldMkLst>
        <pc:picChg chg="add del">
          <ac:chgData name="Ishan Gupta" userId="2b6500134366f18a" providerId="LiveId" clId="{5CAD48D3-0348-484D-9F16-180A38F33D97}" dt="2026-09-11T14:21:15.931" v="13" actId="478"/>
          <ac:picMkLst>
            <pc:docMk/>
            <pc:sldMk cId="0" sldId="281"/>
            <ac:picMk id="42" creationId="{0E748149-6D30-3D9B-19D7-3BC1078AE78F}"/>
          </ac:picMkLst>
        </pc:picChg>
      </pc:sldChg>
      <pc:sldChg chg="addSp delSp modSp mod">
        <pc:chgData name="Ishan Gupta" userId="2b6500134366f18a" providerId="LiveId" clId="{5CAD48D3-0348-484D-9F16-180A38F33D97}" dt="2026-09-11T14:36:05.115" v="19" actId="1076"/>
        <pc:sldMkLst>
          <pc:docMk/>
          <pc:sldMk cId="3753387913" sldId="293"/>
        </pc:sldMkLst>
        <pc:picChg chg="add mod">
          <ac:chgData name="Ishan Gupta" userId="2b6500134366f18a" providerId="LiveId" clId="{5CAD48D3-0348-484D-9F16-180A38F33D97}" dt="2026-09-11T14:36:05.115" v="19" actId="1076"/>
          <ac:picMkLst>
            <pc:docMk/>
            <pc:sldMk cId="3753387913" sldId="293"/>
            <ac:picMk id="3" creationId="{D77C2E99-6236-2462-5D35-315CC9DE2919}"/>
          </ac:picMkLst>
        </pc:picChg>
      </pc:sldChg>
      <pc:sldChg chg="addSp delSp modSp mod">
        <pc:chgData name="Ishan Gupta" userId="2b6500134366f18a" providerId="LiveId" clId="{5CAD48D3-0348-484D-9F16-180A38F33D97}" dt="2026-09-11T16:20:32.631" v="93" actId="1076"/>
        <pc:sldMkLst>
          <pc:docMk/>
          <pc:sldMk cId="2997144140" sldId="294"/>
        </pc:sldMkLst>
        <pc:picChg chg="add mod">
          <ac:chgData name="Ishan Gupta" userId="2b6500134366f18a" providerId="LiveId" clId="{5CAD48D3-0348-484D-9F16-180A38F33D97}" dt="2026-09-11T15:06:06.536" v="29" actId="1076"/>
          <ac:picMkLst>
            <pc:docMk/>
            <pc:sldMk cId="2997144140" sldId="294"/>
            <ac:picMk id="12" creationId="{F9076C93-92CC-0C0C-218F-8FB5927E10C7}"/>
          </ac:picMkLst>
        </pc:picChg>
        <pc:picChg chg="add mod">
          <ac:chgData name="Ishan Gupta" userId="2b6500134366f18a" providerId="LiveId" clId="{5CAD48D3-0348-484D-9F16-180A38F33D97}" dt="2026-09-11T15:09:29.050" v="61" actId="1076"/>
          <ac:picMkLst>
            <pc:docMk/>
            <pc:sldMk cId="2997144140" sldId="294"/>
            <ac:picMk id="15" creationId="{72FAAAB6-B845-7C12-4A38-9D03BE194E8F}"/>
          </ac:picMkLst>
        </pc:picChg>
        <pc:picChg chg="add mod">
          <ac:chgData name="Ishan Gupta" userId="2b6500134366f18a" providerId="LiveId" clId="{5CAD48D3-0348-484D-9F16-180A38F33D97}" dt="2026-09-11T15:09:56.646" v="71" actId="1076"/>
          <ac:picMkLst>
            <pc:docMk/>
            <pc:sldMk cId="2997144140" sldId="294"/>
            <ac:picMk id="18" creationId="{D58779E0-70FD-8CC6-F8F7-82DB3AAE13DC}"/>
          </ac:picMkLst>
        </pc:picChg>
        <pc:picChg chg="add mod">
          <ac:chgData name="Ishan Gupta" userId="2b6500134366f18a" providerId="LiveId" clId="{5CAD48D3-0348-484D-9F16-180A38F33D97}" dt="2026-09-11T15:09:47.951" v="68" actId="1076"/>
          <ac:picMkLst>
            <pc:docMk/>
            <pc:sldMk cId="2997144140" sldId="294"/>
            <ac:picMk id="20" creationId="{F67B0B9F-9CFA-7577-4F55-81E5EB17E6DA}"/>
          </ac:picMkLst>
        </pc:picChg>
        <pc:picChg chg="add mod">
          <ac:chgData name="Ishan Gupta" userId="2b6500134366f18a" providerId="LiveId" clId="{5CAD48D3-0348-484D-9F16-180A38F33D97}" dt="2026-09-11T15:10:08.086" v="74" actId="1076"/>
          <ac:picMkLst>
            <pc:docMk/>
            <pc:sldMk cId="2997144140" sldId="294"/>
            <ac:picMk id="22" creationId="{657DEC0D-8132-9849-9459-1C41F4D8169D}"/>
          </ac:picMkLst>
        </pc:picChg>
        <pc:picChg chg="add mod">
          <ac:chgData name="Ishan Gupta" userId="2b6500134366f18a" providerId="LiveId" clId="{5CAD48D3-0348-484D-9F16-180A38F33D97}" dt="2026-09-11T16:20:32.631" v="93" actId="1076"/>
          <ac:picMkLst>
            <pc:docMk/>
            <pc:sldMk cId="2997144140" sldId="294"/>
            <ac:picMk id="30" creationId="{B92653CB-00ED-01E2-D297-171577F415BF}"/>
          </ac:picMkLst>
        </pc:picChg>
      </pc:sldChg>
      <pc:sldChg chg="new del">
        <pc:chgData name="Ishan Gupta" userId="2b6500134366f18a" providerId="LiveId" clId="{5CAD48D3-0348-484D-9F16-180A38F33D97}" dt="2026-09-13T09:32:04.343" v="160" actId="2696"/>
        <pc:sldMkLst>
          <pc:docMk/>
          <pc:sldMk cId="3464489079" sldId="297"/>
        </pc:sldMkLst>
      </pc:sldChg>
      <pc:sldChg chg="new del">
        <pc:chgData name="Ishan Gupta" userId="2b6500134366f18a" providerId="LiveId" clId="{5CAD48D3-0348-484D-9F16-180A38F33D97}" dt="2026-09-13T09:32:06.582" v="161" actId="2696"/>
        <pc:sldMkLst>
          <pc:docMk/>
          <pc:sldMk cId="1666734608" sldId="298"/>
        </pc:sldMkLst>
      </pc:sldChg>
      <pc:sldChg chg="new del">
        <pc:chgData name="Ishan Gupta" userId="2b6500134366f18a" providerId="LiveId" clId="{5CAD48D3-0348-484D-9F16-180A38F33D97}" dt="2026-09-13T09:32:08.490" v="162" actId="2696"/>
        <pc:sldMkLst>
          <pc:docMk/>
          <pc:sldMk cId="378619042" sldId="299"/>
        </pc:sldMkLst>
      </pc:sldChg>
      <pc:sldChg chg="new del">
        <pc:chgData name="Ishan Gupta" userId="2b6500134366f18a" providerId="LiveId" clId="{5CAD48D3-0348-484D-9F16-180A38F33D97}" dt="2026-09-13T09:32:13.469" v="163" actId="2696"/>
        <pc:sldMkLst>
          <pc:docMk/>
          <pc:sldMk cId="4171055648" sldId="300"/>
        </pc:sldMkLst>
      </pc:sldChg>
      <pc:sldChg chg="new del">
        <pc:chgData name="Ishan Gupta" userId="2b6500134366f18a" providerId="LiveId" clId="{5CAD48D3-0348-484D-9F16-180A38F33D97}" dt="2026-09-13T09:32:15.059" v="164" actId="2696"/>
        <pc:sldMkLst>
          <pc:docMk/>
          <pc:sldMk cId="4038501259" sldId="301"/>
        </pc:sldMkLst>
      </pc:sldChg>
      <pc:sldChg chg="new del">
        <pc:chgData name="Ishan Gupta" userId="2b6500134366f18a" providerId="LiveId" clId="{5CAD48D3-0348-484D-9F16-180A38F33D97}" dt="2026-09-13T09:32:16.440" v="165" actId="2696"/>
        <pc:sldMkLst>
          <pc:docMk/>
          <pc:sldMk cId="835072232" sldId="302"/>
        </pc:sldMkLst>
      </pc:sldChg>
      <pc:sldChg chg="new del">
        <pc:chgData name="Ishan Gupta" userId="2b6500134366f18a" providerId="LiveId" clId="{5CAD48D3-0348-484D-9F16-180A38F33D97}" dt="2026-09-13T09:32:17.902" v="166" actId="2696"/>
        <pc:sldMkLst>
          <pc:docMk/>
          <pc:sldMk cId="660533486" sldId="303"/>
        </pc:sldMkLst>
      </pc:sldChg>
      <pc:sldChg chg="new del">
        <pc:chgData name="Ishan Gupta" userId="2b6500134366f18a" providerId="LiveId" clId="{5CAD48D3-0348-484D-9F16-180A38F33D97}" dt="2026-09-13T09:32:19.779" v="167" actId="2696"/>
        <pc:sldMkLst>
          <pc:docMk/>
          <pc:sldMk cId="2400014975" sldId="304"/>
        </pc:sldMkLst>
      </pc:sldChg>
      <pc:sldChg chg="new del">
        <pc:chgData name="Ishan Gupta" userId="2b6500134366f18a" providerId="LiveId" clId="{5CAD48D3-0348-484D-9F16-180A38F33D97}" dt="2026-09-13T09:32:21.898" v="168" actId="2696"/>
        <pc:sldMkLst>
          <pc:docMk/>
          <pc:sldMk cId="3726262639" sldId="305"/>
        </pc:sldMkLst>
      </pc:sldChg>
      <pc:sldChg chg="new del">
        <pc:chgData name="Ishan Gupta" userId="2b6500134366f18a" providerId="LiveId" clId="{5CAD48D3-0348-484D-9F16-180A38F33D97}" dt="2026-09-13T09:32:23.646" v="169" actId="2696"/>
        <pc:sldMkLst>
          <pc:docMk/>
          <pc:sldMk cId="1668752806" sldId="306"/>
        </pc:sldMkLst>
      </pc:sldChg>
      <pc:sldChg chg="new del">
        <pc:chgData name="Ishan Gupta" userId="2b6500134366f18a" providerId="LiveId" clId="{5CAD48D3-0348-484D-9F16-180A38F33D97}" dt="2026-09-13T09:32:26.882" v="170" actId="2696"/>
        <pc:sldMkLst>
          <pc:docMk/>
          <pc:sldMk cId="1650390797" sldId="307"/>
        </pc:sldMkLst>
      </pc:sldChg>
      <pc:sldChg chg="new del">
        <pc:chgData name="Ishan Gupta" userId="2b6500134366f18a" providerId="LiveId" clId="{5CAD48D3-0348-484D-9F16-180A38F33D97}" dt="2026-09-13T09:32:29.210" v="171" actId="2696"/>
        <pc:sldMkLst>
          <pc:docMk/>
          <pc:sldMk cId="1777604585" sldId="308"/>
        </pc:sldMkLst>
      </pc:sldChg>
      <pc:sldChg chg="new del">
        <pc:chgData name="Ishan Gupta" userId="2b6500134366f18a" providerId="LiveId" clId="{5CAD48D3-0348-484D-9F16-180A38F33D97}" dt="2026-09-13T09:32:31.171" v="172" actId="2696"/>
        <pc:sldMkLst>
          <pc:docMk/>
          <pc:sldMk cId="31152545" sldId="309"/>
        </pc:sldMkLst>
      </pc:sldChg>
      <pc:sldChg chg="new del">
        <pc:chgData name="Ishan Gupta" userId="2b6500134366f18a" providerId="LiveId" clId="{5CAD48D3-0348-484D-9F16-180A38F33D97}" dt="2026-09-13T09:32:34.349" v="173" actId="2696"/>
        <pc:sldMkLst>
          <pc:docMk/>
          <pc:sldMk cId="3633775725" sldId="310"/>
        </pc:sldMkLst>
      </pc:sldChg>
      <pc:sldChg chg="new del">
        <pc:chgData name="Ishan Gupta" userId="2b6500134366f18a" providerId="LiveId" clId="{5CAD48D3-0348-484D-9F16-180A38F33D97}" dt="2026-09-13T09:32:36.660" v="174" actId="2696"/>
        <pc:sldMkLst>
          <pc:docMk/>
          <pc:sldMk cId="2292699187" sldId="311"/>
        </pc:sldMkLst>
      </pc:sldChg>
      <pc:sldChg chg="new del">
        <pc:chgData name="Ishan Gupta" userId="2b6500134366f18a" providerId="LiveId" clId="{5CAD48D3-0348-484D-9F16-180A38F33D97}" dt="2026-09-13T09:32:38.023" v="175" actId="2696"/>
        <pc:sldMkLst>
          <pc:docMk/>
          <pc:sldMk cId="2130666373" sldId="312"/>
        </pc:sldMkLst>
      </pc:sldChg>
      <pc:sldChg chg="new del">
        <pc:chgData name="Ishan Gupta" userId="2b6500134366f18a" providerId="LiveId" clId="{5CAD48D3-0348-484D-9F16-180A38F33D97}" dt="2026-09-13T09:32:39.759" v="176" actId="2696"/>
        <pc:sldMkLst>
          <pc:docMk/>
          <pc:sldMk cId="403885199" sldId="313"/>
        </pc:sldMkLst>
      </pc:sldChg>
      <pc:sldChg chg="new del">
        <pc:chgData name="Ishan Gupta" userId="2b6500134366f18a" providerId="LiveId" clId="{5CAD48D3-0348-484D-9F16-180A38F33D97}" dt="2026-09-13T09:32:41.507" v="177" actId="2696"/>
        <pc:sldMkLst>
          <pc:docMk/>
          <pc:sldMk cId="1506077094" sldId="314"/>
        </pc:sldMkLst>
      </pc:sldChg>
      <pc:sldChg chg="new del">
        <pc:chgData name="Ishan Gupta" userId="2b6500134366f18a" providerId="LiveId" clId="{5CAD48D3-0348-484D-9F16-180A38F33D97}" dt="2026-09-13T09:32:43.021" v="178" actId="2696"/>
        <pc:sldMkLst>
          <pc:docMk/>
          <pc:sldMk cId="4196190066" sldId="315"/>
        </pc:sldMkLst>
      </pc:sldChg>
      <pc:sldChg chg="new del">
        <pc:chgData name="Ishan Gupta" userId="2b6500134366f18a" providerId="LiveId" clId="{5CAD48D3-0348-484D-9F16-180A38F33D97}" dt="2026-09-13T09:31:47.388" v="159" actId="2696"/>
        <pc:sldMkLst>
          <pc:docMk/>
          <pc:sldMk cId="2329005161" sldId="316"/>
        </pc:sldMkLst>
      </pc:sldChg>
      <pc:sldChg chg="new del">
        <pc:chgData name="Ishan Gupta" userId="2b6500134366f18a" providerId="LiveId" clId="{5CAD48D3-0348-484D-9F16-180A38F33D97}" dt="2026-09-13T09:31:44.440" v="158" actId="2696"/>
        <pc:sldMkLst>
          <pc:docMk/>
          <pc:sldMk cId="2913025383" sldId="317"/>
        </pc:sldMkLst>
      </pc:sldChg>
      <pc:sldChg chg="new del">
        <pc:chgData name="Ishan Gupta" userId="2b6500134366f18a" providerId="LiveId" clId="{5CAD48D3-0348-484D-9F16-180A38F33D97}" dt="2026-09-13T09:30:28.347" v="157" actId="680"/>
        <pc:sldMkLst>
          <pc:docMk/>
          <pc:sldMk cId="1392244317" sldId="318"/>
        </pc:sldMkLst>
      </pc:sldChg>
      <pc:sldChg chg="new del">
        <pc:chgData name="Ishan Gupta" userId="2b6500134366f18a" providerId="LiveId" clId="{5CAD48D3-0348-484D-9F16-180A38F33D97}" dt="2026-09-13T09:30:28.317" v="156" actId="680"/>
        <pc:sldMkLst>
          <pc:docMk/>
          <pc:sldMk cId="45483171" sldId="319"/>
        </pc:sldMkLst>
      </pc:sldChg>
      <pc:sldChg chg="new del">
        <pc:chgData name="Ishan Gupta" userId="2b6500134366f18a" providerId="LiveId" clId="{5CAD48D3-0348-484D-9F16-180A38F33D97}" dt="2026-09-13T09:30:28.286" v="155" actId="680"/>
        <pc:sldMkLst>
          <pc:docMk/>
          <pc:sldMk cId="782097465" sldId="320"/>
        </pc:sldMkLst>
      </pc:sldChg>
      <pc:sldChg chg="new del">
        <pc:chgData name="Ishan Gupta" userId="2b6500134366f18a" providerId="LiveId" clId="{5CAD48D3-0348-484D-9F16-180A38F33D97}" dt="2026-09-13T09:30:28.265" v="154" actId="680"/>
        <pc:sldMkLst>
          <pc:docMk/>
          <pc:sldMk cId="3308220037" sldId="321"/>
        </pc:sldMkLst>
      </pc:sldChg>
      <pc:sldChg chg="new del">
        <pc:chgData name="Ishan Gupta" userId="2b6500134366f18a" providerId="LiveId" clId="{5CAD48D3-0348-484D-9F16-180A38F33D97}" dt="2026-09-13T09:30:28.221" v="153" actId="680"/>
        <pc:sldMkLst>
          <pc:docMk/>
          <pc:sldMk cId="3696762219" sldId="322"/>
        </pc:sldMkLst>
      </pc:sldChg>
      <pc:sldChg chg="new del">
        <pc:chgData name="Ishan Gupta" userId="2b6500134366f18a" providerId="LiveId" clId="{5CAD48D3-0348-484D-9F16-180A38F33D97}" dt="2026-09-13T09:30:28.186" v="152" actId="680"/>
        <pc:sldMkLst>
          <pc:docMk/>
          <pc:sldMk cId="538700221" sldId="323"/>
        </pc:sldMkLst>
      </pc:sldChg>
      <pc:sldChg chg="new del">
        <pc:chgData name="Ishan Gupta" userId="2b6500134366f18a" providerId="LiveId" clId="{5CAD48D3-0348-484D-9F16-180A38F33D97}" dt="2026-09-13T09:30:28.160" v="151" actId="680"/>
        <pc:sldMkLst>
          <pc:docMk/>
          <pc:sldMk cId="512548731" sldId="324"/>
        </pc:sldMkLst>
      </pc:sldChg>
      <pc:sldChg chg="new del">
        <pc:chgData name="Ishan Gupta" userId="2b6500134366f18a" providerId="LiveId" clId="{5CAD48D3-0348-484D-9F16-180A38F33D97}" dt="2026-09-13T09:30:28.122" v="150" actId="680"/>
        <pc:sldMkLst>
          <pc:docMk/>
          <pc:sldMk cId="1548580352" sldId="325"/>
        </pc:sldMkLst>
      </pc:sldChg>
      <pc:sldChg chg="new del">
        <pc:chgData name="Ishan Gupta" userId="2b6500134366f18a" providerId="LiveId" clId="{5CAD48D3-0348-484D-9F16-180A38F33D97}" dt="2026-09-13T09:30:28.097" v="149" actId="680"/>
        <pc:sldMkLst>
          <pc:docMk/>
          <pc:sldMk cId="4094525687" sldId="326"/>
        </pc:sldMkLst>
      </pc:sldChg>
      <pc:sldChg chg="new del">
        <pc:chgData name="Ishan Gupta" userId="2b6500134366f18a" providerId="LiveId" clId="{5CAD48D3-0348-484D-9F16-180A38F33D97}" dt="2026-09-13T09:30:27.591" v="148" actId="680"/>
        <pc:sldMkLst>
          <pc:docMk/>
          <pc:sldMk cId="4199852379" sldId="327"/>
        </pc:sldMkLst>
      </pc:sldChg>
      <pc:sldChg chg="new del">
        <pc:chgData name="Ishan Gupta" userId="2b6500134366f18a" providerId="LiveId" clId="{5CAD48D3-0348-484D-9F16-180A38F33D97}" dt="2026-09-13T09:30:27.404" v="147" actId="680"/>
        <pc:sldMkLst>
          <pc:docMk/>
          <pc:sldMk cId="3718954271" sldId="328"/>
        </pc:sldMkLst>
      </pc:sldChg>
      <pc:sldChg chg="new del">
        <pc:chgData name="Ishan Gupta" userId="2b6500134366f18a" providerId="LiveId" clId="{5CAD48D3-0348-484D-9F16-180A38F33D97}" dt="2026-09-13T09:30:27.215" v="146" actId="680"/>
        <pc:sldMkLst>
          <pc:docMk/>
          <pc:sldMk cId="2639445000" sldId="329"/>
        </pc:sldMkLst>
      </pc:sldChg>
      <pc:sldChg chg="new del">
        <pc:chgData name="Ishan Gupta" userId="2b6500134366f18a" providerId="LiveId" clId="{5CAD48D3-0348-484D-9F16-180A38F33D97}" dt="2026-09-13T09:30:26.144" v="145" actId="680"/>
        <pc:sldMkLst>
          <pc:docMk/>
          <pc:sldMk cId="2684361438" sldId="330"/>
        </pc:sldMkLst>
      </pc:sldChg>
      <pc:sldChg chg="new del">
        <pc:chgData name="Ishan Gupta" userId="2b6500134366f18a" providerId="LiveId" clId="{5CAD48D3-0348-484D-9F16-180A38F33D97}" dt="2026-09-13T09:30:25.962" v="144" actId="680"/>
        <pc:sldMkLst>
          <pc:docMk/>
          <pc:sldMk cId="2536112242" sldId="331"/>
        </pc:sldMkLst>
      </pc:sldChg>
      <pc:sldChg chg="new del">
        <pc:chgData name="Ishan Gupta" userId="2b6500134366f18a" providerId="LiveId" clId="{5CAD48D3-0348-484D-9F16-180A38F33D97}" dt="2026-09-13T09:30:25.752" v="143" actId="680"/>
        <pc:sldMkLst>
          <pc:docMk/>
          <pc:sldMk cId="10387075" sldId="332"/>
        </pc:sldMkLst>
      </pc:sldChg>
      <pc:sldChg chg="new del">
        <pc:chgData name="Ishan Gupta" userId="2b6500134366f18a" providerId="LiveId" clId="{5CAD48D3-0348-484D-9F16-180A38F33D97}" dt="2026-09-13T09:30:25.546" v="142" actId="680"/>
        <pc:sldMkLst>
          <pc:docMk/>
          <pc:sldMk cId="1375338280" sldId="333"/>
        </pc:sldMkLst>
      </pc:sldChg>
      <pc:sldChg chg="new del">
        <pc:chgData name="Ishan Gupta" userId="2b6500134366f18a" providerId="LiveId" clId="{5CAD48D3-0348-484D-9F16-180A38F33D97}" dt="2026-09-13T09:30:25.338" v="141" actId="680"/>
        <pc:sldMkLst>
          <pc:docMk/>
          <pc:sldMk cId="3840322059" sldId="334"/>
        </pc:sldMkLst>
      </pc:sldChg>
      <pc:sldChg chg="new del">
        <pc:chgData name="Ishan Gupta" userId="2b6500134366f18a" providerId="LiveId" clId="{5CAD48D3-0348-484D-9F16-180A38F33D97}" dt="2026-09-13T09:30:25.107" v="140" actId="680"/>
        <pc:sldMkLst>
          <pc:docMk/>
          <pc:sldMk cId="2601589138" sldId="335"/>
        </pc:sldMkLst>
      </pc:sldChg>
      <pc:sldChg chg="new del">
        <pc:chgData name="Ishan Gupta" userId="2b6500134366f18a" providerId="LiveId" clId="{5CAD48D3-0348-484D-9F16-180A38F33D97}" dt="2026-09-13T09:30:24.804" v="139" actId="680"/>
        <pc:sldMkLst>
          <pc:docMk/>
          <pc:sldMk cId="1678946647" sldId="336"/>
        </pc:sldMkLst>
      </pc:sldChg>
      <pc:sldChg chg="new del">
        <pc:chgData name="Ishan Gupta" userId="2b6500134366f18a" providerId="LiveId" clId="{5CAD48D3-0348-484D-9F16-180A38F33D97}" dt="2026-09-13T09:30:24.146" v="138" actId="680"/>
        <pc:sldMkLst>
          <pc:docMk/>
          <pc:sldMk cId="2132882452" sldId="3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5.sv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bis-saathi-nine.vercel.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194185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8676" y="-42727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4377" y="1373017"/>
            <a:ext cx="5924550" cy="520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000" b="1" dirty="0">
                <a:latin typeface="Consolas" panose="020B0609020204030204" pitchFamily="49" charset="0"/>
                <a:cs typeface="Arial" panose="020B0604020202020204" pitchFamily="34" charset="0"/>
              </a:rPr>
              <a:t> SIH26107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>
                <a:latin typeface="Arial Narrow" panose="020B0606020202030204" pitchFamily="34" charset="0"/>
              </a:rPr>
              <a:t>Al-powered Intelligent Assistant for Indian Standards and BIS Services for Industries and Consumers</a:t>
            </a:r>
            <a:endParaRPr lang="en-US" sz="2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Theme-</a:t>
            </a:r>
            <a:r>
              <a:rPr lang="en-US" sz="2000" b="1" dirty="0">
                <a:latin typeface="Consolas" panose="020B0609020204030204" pitchFamily="49" charset="0"/>
                <a:cs typeface="Arial" panose="020B0604020202020204" pitchFamily="34" charset="0"/>
              </a:rPr>
              <a:t>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1" dirty="0">
                <a:latin typeface="Consolas" panose="020B0609020204030204" pitchFamily="49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b="1" dirty="0">
                <a:latin typeface="Consolas" panose="020B0609020204030204" pitchFamily="49" charset="0"/>
                <a:cs typeface="Arial" panose="020B0604020202020204" pitchFamily="34" charset="0"/>
              </a:rPr>
              <a:t>STROPHOID</a:t>
            </a:r>
            <a:endParaRPr lang="en-IN" sz="20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38C9D17-9C2E-236E-F63B-D39EBABBD013}"/>
              </a:ext>
            </a:extLst>
          </p:cNvPr>
          <p:cNvSpPr/>
          <p:nvPr/>
        </p:nvSpPr>
        <p:spPr>
          <a:xfrm>
            <a:off x="308676" y="213828"/>
            <a:ext cx="843421" cy="869572"/>
          </a:xfrm>
          <a:prstGeom prst="ellipse">
            <a:avLst/>
          </a:prstGeom>
          <a:blipFill>
            <a:blip r:embed="rId4"/>
            <a:srcRect/>
            <a:stretch>
              <a:fillRect l="-4000" r="-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644876" y="-306395"/>
            <a:ext cx="6902245" cy="97408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Perpetua Titling MT" panose="020205020605050208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Perpetua Titling MT" panose="02020502060505020804" pitchFamily="18" charset="0"/>
                <a:ea typeface="ＭＳ Ｐゴシック" pitchFamily="1" charset="-128"/>
                <a:cs typeface="Times New Roman" panose="02020603050405020304" pitchFamily="18" charset="0"/>
              </a:rPr>
              <a:t>BIS ai-Saathi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97846"/>
            <a:ext cx="1995947" cy="129785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lgerian" panose="04020705040A02060702" pitchFamily="82" charset="0"/>
              <a:cs typeface="Arial" panose="020B0604020202020204" pitchFamily="34" charset="0"/>
            </a:endParaRPr>
          </a:p>
          <a:p>
            <a:pPr algn="ctr"/>
            <a:endParaRPr lang="en-US" b="1">
              <a:latin typeface="Algerian" panose="04020705040A02060702" pitchFamily="82" charset="0"/>
              <a:cs typeface="Arial" panose="020B0604020202020204" pitchFamily="34" charset="0"/>
            </a:endParaRPr>
          </a:p>
          <a:p>
            <a:pPr algn="ctr"/>
            <a:endParaRPr lang="en-US" b="1">
              <a:latin typeface="Algerian" panose="04020705040A02060702" pitchFamily="82" charset="0"/>
              <a:cs typeface="Arial" panose="020B0604020202020204" pitchFamily="34" charset="0"/>
            </a:endParaRPr>
          </a:p>
          <a:p>
            <a:pPr algn="ctr"/>
            <a:r>
              <a:rPr lang="en-US" b="1" err="1">
                <a:latin typeface="Algerian" panose="04020705040A02060702" pitchFamily="82" charset="0"/>
                <a:cs typeface="Arial" panose="020B0604020202020204" pitchFamily="34" charset="0"/>
              </a:rPr>
              <a:t>Strophoid</a:t>
            </a:r>
            <a:endParaRPr lang="en-US" b="1">
              <a:latin typeface="Algerian" panose="04020705040A02060702" pitchFamily="82" charset="0"/>
              <a:cs typeface="Arial" panose="020B0604020202020204" pitchFamily="34" charset="0"/>
            </a:endParaRPr>
          </a:p>
          <a:p>
            <a:pPr algn="ctr"/>
            <a:endParaRPr lang="en-US" b="1"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152" y="136522"/>
            <a:ext cx="2249850" cy="106233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39C1806-E03B-9955-B0F5-8CDD5C7770D2}"/>
              </a:ext>
            </a:extLst>
          </p:cNvPr>
          <p:cNvSpPr/>
          <p:nvPr/>
        </p:nvSpPr>
        <p:spPr>
          <a:xfrm>
            <a:off x="851267" y="171803"/>
            <a:ext cx="659408" cy="657256"/>
          </a:xfrm>
          <a:prstGeom prst="ellipse">
            <a:avLst/>
          </a:prstGeom>
          <a:blipFill>
            <a:blip r:embed="rId4"/>
            <a:srcRect/>
            <a:stretch>
              <a:fillRect l="-4000" r="-4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33" name="Picture 32" descr="File:Bureau of Indian Standards Logo.svg - Wikimedia Commons">
            <a:extLst>
              <a:ext uri="{FF2B5EF4-FFF2-40B4-BE49-F238E27FC236}">
                <a16:creationId xmlns:a16="http://schemas.microsoft.com/office/drawing/2014/main" id="{23D1E1EA-B7CB-8380-27B7-73BA17190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400" y="124377"/>
            <a:ext cx="881697" cy="62412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5E31908B-A1DF-34BF-61B4-0451B25C6D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5022" y="124943"/>
            <a:ext cx="890578" cy="68103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3A76AED-73D7-04A9-2E46-6E96B6C5481D}"/>
              </a:ext>
            </a:extLst>
          </p:cNvPr>
          <p:cNvSpPr txBox="1"/>
          <p:nvPr/>
        </p:nvSpPr>
        <p:spPr>
          <a:xfrm>
            <a:off x="3557137" y="79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0" i="0" dirty="0">
                <a:effectLst/>
                <a:latin typeface="Bahnschrift Light SemiCondensed" panose="020B0502040204020203" pitchFamily="34" charset="0"/>
              </a:rPr>
              <a:t>“Your AI Guide to Indian Standards &amp; BIS Certification”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72FEA6-FAA2-161D-2785-CCC94ABC0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B5465486-B66D-EB41-9FD1-C66A8C7F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E748149-6D30-3D9B-19D7-3BC1078AE7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3491"/>
          <a:stretch>
            <a:fillRect/>
          </a:stretch>
        </p:blipFill>
        <p:spPr>
          <a:xfrm>
            <a:off x="0" y="1437337"/>
            <a:ext cx="5618480" cy="48207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A9BF98A-F3D8-340E-4E9C-94BEF22C86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641" y="1297748"/>
            <a:ext cx="5100559" cy="23944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81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2188DA6-2990-2C4A-DA96-774084CA26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7817" y="3797099"/>
            <a:ext cx="5100559" cy="242782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81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BFC2BCD-6FBE-A637-6FD1-6F7488006B66}"/>
              </a:ext>
            </a:extLst>
          </p:cNvPr>
          <p:cNvSpPr/>
          <p:nvPr/>
        </p:nvSpPr>
        <p:spPr>
          <a:xfrm>
            <a:off x="3720311" y="5709920"/>
            <a:ext cx="872009" cy="5150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4453F9-ABDD-8DCF-0049-96605D8CF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9" y="39372"/>
            <a:ext cx="1481050" cy="1053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B3BFB4-4AFC-E572-5F23-699BE58DB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637" y="1165191"/>
            <a:ext cx="3589811" cy="50530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E7E652-533E-178F-576B-0282DD72FB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49" y="4612640"/>
            <a:ext cx="8038630" cy="1233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1757B1C-1843-E8EF-FEC4-AD8B719C5BA6}"/>
              </a:ext>
            </a:extLst>
          </p:cNvPr>
          <p:cNvSpPr txBox="1"/>
          <p:nvPr/>
        </p:nvSpPr>
        <p:spPr>
          <a:xfrm>
            <a:off x="74050" y="5799969"/>
            <a:ext cx="789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erlin Sans FB Demi" panose="020E0802020502020306" pitchFamily="34" charset="0"/>
              </a:rPr>
              <a:t>|---------------------------- Process Flowchart -----------------------------|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A661606-F6CD-B999-C2AD-4C919532F9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1" y="1218365"/>
            <a:ext cx="6792672" cy="33913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764CD0-5CB9-DBC9-D0A9-5AA4C52B556D}"/>
              </a:ext>
            </a:extLst>
          </p:cNvPr>
          <p:cNvSpPr txBox="1"/>
          <p:nvPr/>
        </p:nvSpPr>
        <p:spPr>
          <a:xfrm>
            <a:off x="1371104" y="876908"/>
            <a:ext cx="463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erlin Sans FB Demi" panose="020E0802020502020306" pitchFamily="34" charset="0"/>
              </a:rPr>
              <a:t>----------- System Architecture ------------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1D441A2A-A342-5CCF-1611-9EDA3FAE8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0480" y="229254"/>
            <a:ext cx="721360" cy="551628"/>
          </a:xfrm>
          <a:prstGeom prst="rect">
            <a:avLst/>
          </a:prstGeom>
        </p:spPr>
      </p:pic>
      <p:pic>
        <p:nvPicPr>
          <p:cNvPr id="26" name="Picture 25" descr="File:Bureau of Indian Standards Logo.svg - Wikimedia Commons">
            <a:extLst>
              <a:ext uri="{FF2B5EF4-FFF2-40B4-BE49-F238E27FC236}">
                <a16:creationId xmlns:a16="http://schemas.microsoft.com/office/drawing/2014/main" id="{5163B078-F302-8730-01D6-D5EB482DD1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0160" y="270256"/>
            <a:ext cx="721360" cy="51062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439F5F7-8403-988A-5698-6EAF66213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B045C8B-5149-AEFE-5A95-3313A097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68933" y="176901"/>
            <a:ext cx="9170486" cy="687385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7C6240-2DA1-4B06-399A-6B4B6F04D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4" y="33956"/>
            <a:ext cx="1846621" cy="131296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9DDDC62-A767-0B46-9737-9FD4B7264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CF740F7-7F11-DABD-0ABA-3D6AF392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746339A-C51C-DD96-CD37-702DF759E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4313" y="263280"/>
            <a:ext cx="672972" cy="514625"/>
          </a:xfrm>
          <a:prstGeom prst="rect">
            <a:avLst/>
          </a:prstGeom>
        </p:spPr>
      </p:pic>
      <p:pic>
        <p:nvPicPr>
          <p:cNvPr id="22" name="Picture 21" descr="File:Bureau of Indian Standards Logo.svg - Wikimedia Commons">
            <a:extLst>
              <a:ext uri="{FF2B5EF4-FFF2-40B4-BE49-F238E27FC236}">
                <a16:creationId xmlns:a16="http://schemas.microsoft.com/office/drawing/2014/main" id="{FC5E358D-4CBB-9C8B-3517-4E3295D90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7045" y="278886"/>
            <a:ext cx="826993" cy="585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7C2E99-6236-2462-5D35-315CC9DE29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832" y="1315462"/>
            <a:ext cx="9594335" cy="495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721D9C-6A07-803F-7AD9-7524AC473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40169"/>
            <a:ext cx="1954316" cy="13895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E4A664-4F85-91D4-9DBA-8D6C081D4431}"/>
              </a:ext>
            </a:extLst>
          </p:cNvPr>
          <p:cNvSpPr txBox="1"/>
          <p:nvPr/>
        </p:nvSpPr>
        <p:spPr>
          <a:xfrm>
            <a:off x="1706880" y="1093643"/>
            <a:ext cx="961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Light SemiCondensed" panose="020B0502040204020203" pitchFamily="34" charset="0"/>
              </a:rPr>
              <a:t>-------------------- What Happens When Government Adopts BIS AI Saathi-------------------------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127CDE5-8DCF-4004-C99F-F3BA34C6E0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0799" y="275355"/>
            <a:ext cx="672972" cy="514625"/>
          </a:xfrm>
          <a:prstGeom prst="rect">
            <a:avLst/>
          </a:prstGeom>
        </p:spPr>
      </p:pic>
      <p:pic>
        <p:nvPicPr>
          <p:cNvPr id="16" name="Picture 15" descr="File:Bureau of Indian Standards Logo.svg - Wikimedia Commons">
            <a:extLst>
              <a:ext uri="{FF2B5EF4-FFF2-40B4-BE49-F238E27FC236}">
                <a16:creationId xmlns:a16="http://schemas.microsoft.com/office/drawing/2014/main" id="{EE78E048-E7E6-D464-B7C4-1556E3642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7045" y="199774"/>
            <a:ext cx="826993" cy="585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076C93-92CC-0C0C-218F-8FB5927E10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908" y="1550627"/>
            <a:ext cx="11911092" cy="11964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FAAAB6-B845-7C12-4A38-9D03BE194E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625" y="2848431"/>
            <a:ext cx="4174793" cy="15492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8779E0-70FD-8CC6-F8F7-82DB3AAE13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5922" y="2800658"/>
            <a:ext cx="4394619" cy="15970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7B0B9F-9CFA-7577-4F55-81E5EB17E6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227" y="4528005"/>
            <a:ext cx="4174794" cy="15587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7DEC0D-8132-9849-9459-1C41F4D816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5922" y="4528006"/>
            <a:ext cx="4234742" cy="155873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92653CB-00ED-01E2-D297-171577F415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0540" y="3560175"/>
            <a:ext cx="2799395" cy="167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575C9F-BC90-2170-AC86-4F5F1F6F2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1500"/>
            <a:ext cx="1990415" cy="14152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CB09D3-A529-1753-9671-8B0EA6B1F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848140F-F1DD-5219-3EA9-398963AE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C45012-8267-DBF7-B62B-1C3D850D4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72" y="1416704"/>
            <a:ext cx="7655808" cy="484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5FA1763-B554-FA15-17DD-DA9E55F943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7666" y="1881034"/>
            <a:ext cx="4004898" cy="34554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6079FF0-D0A2-D921-3CF1-68C4B2570EDF}"/>
              </a:ext>
            </a:extLst>
          </p:cNvPr>
          <p:cNvSpPr txBox="1"/>
          <p:nvPr/>
        </p:nvSpPr>
        <p:spPr>
          <a:xfrm>
            <a:off x="8337061" y="4678991"/>
            <a:ext cx="342610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hlinkClick r:id="rId7"/>
              </a:rPr>
              <a:t>https://bis-saathi-nine.vercel.app/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9837</TotalTime>
  <Words>98</Words>
  <Application>Microsoft Office PowerPoint</Application>
  <PresentationFormat>Widescreen</PresentationFormat>
  <Paragraphs>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ＭＳ Ｐゴシック</vt:lpstr>
      <vt:lpstr>Algerian</vt:lpstr>
      <vt:lpstr>Arial</vt:lpstr>
      <vt:lpstr>Arial Black</vt:lpstr>
      <vt:lpstr>Arial Narrow</vt:lpstr>
      <vt:lpstr>Bahnschrift Light SemiCondensed</vt:lpstr>
      <vt:lpstr>Berlin Sans FB Demi</vt:lpstr>
      <vt:lpstr>Calibri</vt:lpstr>
      <vt:lpstr>Consolas</vt:lpstr>
      <vt:lpstr>Garamond</vt:lpstr>
      <vt:lpstr>Perpetua Titling MT</vt:lpstr>
      <vt:lpstr>Times New Roman</vt:lpstr>
      <vt:lpstr>TradeGothic</vt:lpstr>
      <vt:lpstr>Office Theme</vt:lpstr>
      <vt:lpstr>SMART INDIA HACKATHON 2026</vt:lpstr>
      <vt:lpstr> BIS ai-Saathi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Ishan Gupta</cp:lastModifiedBy>
  <cp:revision>168</cp:revision>
  <dcterms:created xsi:type="dcterms:W3CDTF">2013-12-12T18:46:50Z</dcterms:created>
  <dcterms:modified xsi:type="dcterms:W3CDTF">2026-09-13T09:32:48Z</dcterms:modified>
  <cp:category/>
</cp:coreProperties>
</file>